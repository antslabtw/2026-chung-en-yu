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4f05d0ea2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4f05d0ea2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dfcc854cb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dfcc854cb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d4f05d0ea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d4f05d0ea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cmdcaliper把edge的cmd轉成768維特徵後與subject concate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zh-TW">
                <a:solidFill>
                  <a:schemeClr val="dk1"/>
                </a:solidFill>
              </a:rPr>
              <a:t>用LLM把cmd轉成embedding跟Mitre比對 用one-hot encoding決定TTP的有無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dfc1fbb8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dfc1fbb8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670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TREC</a:t>
            </a:r>
            <a:endParaRPr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89380" y="1152475"/>
            <a:ext cx="308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zh-TW">
                <a:solidFill>
                  <a:srgbClr val="FF0000"/>
                </a:solidFill>
              </a:rPr>
              <a:t>Dataset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zh-TW">
                <a:solidFill>
                  <a:srgbClr val="FF0000"/>
                </a:solidFill>
              </a:rPr>
              <a:t>紀錄N,PG,TSG數量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zh-TW">
                <a:solidFill>
                  <a:srgbClr val="FF0000"/>
                </a:solidFill>
              </a:rPr>
              <a:t>NOI(anamoly detection)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zh-TW">
                <a:solidFill>
                  <a:srgbClr val="FF0000"/>
                </a:solidFill>
              </a:rPr>
              <a:t>TGN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zh-TW">
                <a:solidFill>
                  <a:srgbClr val="FF0000"/>
                </a:solidFill>
              </a:rPr>
              <a:t>iForest</a:t>
            </a:r>
            <a:endParaRPr>
              <a:solidFill>
                <a:srgbClr val="FF0000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AutoNum type="alphaLcPeriod"/>
            </a:pPr>
            <a:r>
              <a:rPr lang="zh-TW">
                <a:solidFill>
                  <a:srgbClr val="FF0000"/>
                </a:solidFill>
              </a:rPr>
              <a:t>Sampling(for TSG)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zh-TW">
                <a:solidFill>
                  <a:srgbClr val="FF0000"/>
                </a:solidFill>
              </a:rPr>
              <a:t>HAN (N,E,G三個self-attention)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AutoNum type="arabicPeriod"/>
            </a:pPr>
            <a:r>
              <a:rPr lang="zh-TW">
                <a:solidFill>
                  <a:srgbClr val="FF0000"/>
                </a:solidFill>
              </a:rPr>
              <a:t>Siamese Network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3358730" y="1152475"/>
            <a:ext cx="3721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zh-TW">
                <a:solidFill>
                  <a:schemeClr val="dk1"/>
                </a:solidFill>
              </a:rPr>
              <a:t>NOI(anamoly detection)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TGN (</a:t>
            </a:r>
            <a:r>
              <a:rPr lang="zh-TW">
                <a:solidFill>
                  <a:schemeClr val="dk1"/>
                </a:solidFill>
              </a:rPr>
              <a:t>可以加入時間特徵</a:t>
            </a:r>
            <a:r>
              <a:rPr lang="zh-TW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iForest</a:t>
            </a:r>
            <a:r>
              <a:rPr lang="zh-TW">
                <a:solidFill>
                  <a:schemeClr val="dk1"/>
                </a:solidFill>
              </a:rPr>
              <a:t> </a:t>
            </a:r>
            <a:r>
              <a:rPr lang="zh-TW">
                <a:solidFill>
                  <a:schemeClr val="dk1"/>
                </a:solidFill>
              </a:rPr>
              <a:t>(取outlier可換方法</a:t>
            </a:r>
            <a:r>
              <a:rPr lang="zh-TW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zh-TW">
                <a:solidFill>
                  <a:schemeClr val="dk1"/>
                </a:solidFill>
              </a:rPr>
              <a:t>Sampling(TSG</a:t>
            </a:r>
            <a:r>
              <a:rPr lang="zh-TW">
                <a:solidFill>
                  <a:schemeClr val="dk1"/>
                </a:solidFill>
              </a:rPr>
              <a:t> 裡面要有一整串node的資訊-neighborhood info</a:t>
            </a:r>
            <a:r>
              <a:rPr lang="zh-TW">
                <a:solidFill>
                  <a:schemeClr val="dk1"/>
                </a:solidFill>
              </a:rPr>
              <a:t>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0" y="1502743"/>
            <a:ext cx="90405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/>
              <a:t>1. </a:t>
            </a:r>
            <a:r>
              <a:rPr b="1" lang="zh-TW" sz="1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sleep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:FILE:9B091956-B243-9D58-83B2-D0F2D89DB317__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:FILE:dev/*__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:FILE:etc/*__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:FILE:lib/*__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:FILE:var/run/*__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EVENT_EXECUTE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:FILE:bin/*__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EVENT_EXECUTE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:FILE:libexec/*__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EVENT_EXIT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:PARENT:sleep__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EVENT_FORK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:PARENT:bash__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EVENT_MMAP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:FILE:dev/*__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EVENT_MMAP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:FILE:lib/*__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EVENT_OPEN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:FILE:dev/*__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EVENT_OPEN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:FILE:etc/*__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EVENT_OPEN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:FILE:lib/*__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EVENT_OPEN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:FILE:var/run/*__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EVENT_READ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:FILE:etc/*__</a:t>
            </a:r>
            <a:r>
              <a:rPr b="1"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EVENT_READ</a:t>
            </a:r>
            <a:r>
              <a:rPr lang="zh-TW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:FILE:var/run/*,</a:t>
            </a:r>
            <a:r>
              <a:rPr lang="zh-TW" sz="13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sleep,17,False,40338</a:t>
            </a:r>
            <a:endParaRPr sz="1300">
              <a:solidFill>
                <a:srgbClr val="1155CC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/>
              <a:t>2. </a:t>
            </a:r>
            <a:r>
              <a:rPr b="1" lang="zh-TW" sz="13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sleep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:FILE:./*__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:FILE:dev/*__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:FILE:etc/*__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:FILE:lib/*__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EVENT_CLOSE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:FILE:var/run/*__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EVENT_EXECUTE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:FILE:bin/*__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EVENT_EXECUTE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:FILE:libexec/*__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EVENT_EXIT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:PARENT:sleep__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EVENT_FORK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:PARENT:bash__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EVENT_MMAP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:FILE:dev/*__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EVENT_MMAP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:FILE:lib/*__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EVENT_OPEN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:FILE:dev/*__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EVENT_OPEN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:FILE:etc/*__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EVENT_OPEN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:FILE:lib/*__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EVENT_OPEN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:FILE:var/run/*__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EVENT_READ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:FILE:etc/*__</a:t>
            </a:r>
            <a:r>
              <a:rPr b="1" lang="zh-TW" sz="1300">
                <a:latin typeface="Courier New"/>
                <a:ea typeface="Courier New"/>
                <a:cs typeface="Courier New"/>
                <a:sym typeface="Courier New"/>
              </a:rPr>
              <a:t>EVENT_READ</a:t>
            </a:r>
            <a:r>
              <a:rPr lang="zh-TW" sz="1300">
                <a:latin typeface="Courier New"/>
                <a:ea typeface="Courier New"/>
                <a:cs typeface="Courier New"/>
                <a:sym typeface="Courier New"/>
              </a:rPr>
              <a:t>:FILE:var/run/*,</a:t>
            </a:r>
            <a:r>
              <a:rPr lang="zh-TW" sz="1300">
                <a:solidFill>
                  <a:srgbClr val="1155CC"/>
                </a:solidFill>
                <a:latin typeface="Courier New"/>
                <a:ea typeface="Courier New"/>
                <a:cs typeface="Courier New"/>
                <a:sym typeface="Courier New"/>
              </a:rPr>
              <a:t>sleep,17,False,21292</a:t>
            </a:r>
            <a:endParaRPr sz="1300">
              <a:solidFill>
                <a:srgbClr val="1155CC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58196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Process name + event + object name - Cadets (benign)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subnode</a:t>
            </a:r>
            <a:r>
              <a:rPr lang="zh-TW"/>
              <a:t>可用的其他資訊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5199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>
                <a:solidFill>
                  <a:srgbClr val="000000"/>
                </a:solidFill>
              </a:rPr>
              <a:t>從miter找出每個ttp有用</a:t>
            </a:r>
            <a:r>
              <a:rPr lang="zh-TW">
                <a:solidFill>
                  <a:srgbClr val="000000"/>
                </a:solidFill>
              </a:rPr>
              <a:t>到的軟體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>
                <a:solidFill>
                  <a:srgbClr val="000000"/>
                </a:solidFill>
              </a:rPr>
              <a:t>問LLM這個軟體可能會做甚麼事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zh-TW">
                <a:solidFill>
                  <a:srgbClr val="000000"/>
                </a:solidFill>
              </a:rPr>
              <a:t>neighborhood行為字串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 title="S__94101508_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2542" y="0"/>
            <a:ext cx="3858499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 title="S__94101510_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4038" y="25"/>
            <a:ext cx="3858499" cy="5143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