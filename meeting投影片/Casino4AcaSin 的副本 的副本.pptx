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43172D-BDC6-42B1-AABB-F0B2A891FA59}">
  <a:tblStyle styleId="{DF43172D-BDC6-42B1-AABB-F0B2A891FA5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ed6bebb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ed6bebb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5d726596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5d726596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d5e896e5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d5e896e5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highlight>
                  <a:srgbClr val="FFFF00"/>
                </a:highlight>
              </a:rPr>
              <a:t>show sample</a:t>
            </a:r>
            <a:r>
              <a:rPr lang="zh-TW">
                <a:highlight>
                  <a:srgbClr val="FFFF00"/>
                </a:highlight>
              </a:rPr>
              <a:t>算法</a:t>
            </a:r>
            <a:endParaRPr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哪些TTP兩個機器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哪些TTP會跟網路連結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6060391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6060391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d5e896e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d5e896e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ed6bebb2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ed6bebb2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ed568eb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ed568eb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看T1011</a:t>
            </a:r>
            <a:br>
              <a:rPr lang="zh-TW"/>
            </a:br>
            <a:r>
              <a:rPr lang="zh-TW"/>
              <a:t>了解一下audit -&gt; network的過程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是否要看network log才能觀察attack	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f2da6a005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f2da6a005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拆解讀event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拆80%資料 然後測設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表格生出來</a:t>
            </a:r>
            <a:br>
              <a:rPr lang="zh-TW"/>
            </a:br>
            <a:r>
              <a:rPr lang="zh-TW"/>
              <a:t>Darpa E5 的parse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f2da6a00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f2da6a00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ln: 建立連結 (Link) 指令。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-sfn: 建立符號連結 (Symbolic)，強制覆寫 (Force)，不解參考 (No-dereference)。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/etc/shadow: 來源檔案。這是 Linux 系統中存放使用者密碼雜湊 (Hash) 的極機密檔案。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snapshot.jpg: 目標檔名。攻擊者故意將其命名為「照片檔」。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f2da6a00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f2da6a00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f2da6a00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f2da6a00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f2da6a00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f2da6a00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f2da6a00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f2da6a00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f2da6a0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f2da6a0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f2da6a00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f2da6a00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openat 用於打開一個文件或目錄。在這個例子中，它記錄了 docker 程序在啟動和配置容器時，對某個文件或路徑進行的存取操作。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f2da6a00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f2da6a00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f2da6a00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f2da6a00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f2da6a00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f2da6a00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f2da6a00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af2da6a00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Sample</a:t>
            </a:r>
            <a:r>
              <a:rPr lang="zh-TW">
                <a:solidFill>
                  <a:schemeClr val="dk1"/>
                </a:solidFill>
              </a:rPr>
              <a:t>的計算方式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各機器的TTP統計與分析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TTP類型分析(sample與event的關係)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與網路相關的sample(網路的資訊只有協定有幫助)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Sample算法 - </a:t>
            </a:r>
            <a:r>
              <a:rPr lang="zh-TW" sz="2400"/>
              <a:t>system_labels</a:t>
            </a:r>
            <a:endParaRPr sz="240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47100" y="1017725"/>
            <a:ext cx="8520600" cy="4039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"e16ea6a3c00b40cdbd5899b735ce71e4": {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"id": "e16ea6a3c00b40cdbd5899b735ce71e4",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"auditd_events": {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    "start": [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        "360240",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        "360241",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        "360242",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        "360243"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    ]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},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    "technique": "T1018: Remote System Discovery"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lang="zh-TW" sz="1280">
                <a:solidFill>
                  <a:schemeClr val="dk1"/>
                </a:solidFill>
              </a:rPr>
              <a:t>    },</a:t>
            </a:r>
            <a:endParaRPr sz="128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4631725" y="1353575"/>
            <a:ext cx="10863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Sample的id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739225" y="1428725"/>
            <a:ext cx="34245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" name="Google Shape;66;p14"/>
          <p:cNvCxnSpPr>
            <a:stCxn id="65" idx="3"/>
            <a:endCxn id="64" idx="1"/>
          </p:cNvCxnSpPr>
          <p:nvPr/>
        </p:nvCxnSpPr>
        <p:spPr>
          <a:xfrm>
            <a:off x="4163725" y="1530575"/>
            <a:ext cx="46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" name="Google Shape;67;p14"/>
          <p:cNvSpPr txBox="1"/>
          <p:nvPr/>
        </p:nvSpPr>
        <p:spPr>
          <a:xfrm>
            <a:off x="4411825" y="2043425"/>
            <a:ext cx="15261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Sample所在的機器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961070" y="2123650"/>
            <a:ext cx="5019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" name="Google Shape;69;p14"/>
          <p:cNvCxnSpPr>
            <a:stCxn id="68" idx="3"/>
            <a:endCxn id="67" idx="1"/>
          </p:cNvCxnSpPr>
          <p:nvPr/>
        </p:nvCxnSpPr>
        <p:spPr>
          <a:xfrm flipH="1" rot="10800000">
            <a:off x="1462970" y="2220400"/>
            <a:ext cx="29490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" name="Google Shape;70;p14"/>
          <p:cNvSpPr/>
          <p:nvPr/>
        </p:nvSpPr>
        <p:spPr>
          <a:xfrm>
            <a:off x="1133500" y="2449670"/>
            <a:ext cx="7188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" name="Google Shape;71;p14"/>
          <p:cNvCxnSpPr>
            <a:stCxn id="70" idx="3"/>
            <a:endCxn id="72" idx="1"/>
          </p:cNvCxnSpPr>
          <p:nvPr/>
        </p:nvCxnSpPr>
        <p:spPr>
          <a:xfrm>
            <a:off x="1852300" y="2551520"/>
            <a:ext cx="2559600" cy="13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" name="Google Shape;72;p14"/>
          <p:cNvSpPr txBox="1"/>
          <p:nvPr/>
        </p:nvSpPr>
        <p:spPr>
          <a:xfrm>
            <a:off x="4411800" y="2509400"/>
            <a:ext cx="37059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Event的id 內容存放在 Cache/Syslogs/"team"/audit.log 裡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739225" y="4486850"/>
            <a:ext cx="35610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" name="Google Shape;74;p14"/>
          <p:cNvCxnSpPr>
            <a:stCxn id="73" idx="3"/>
            <a:endCxn id="75" idx="1"/>
          </p:cNvCxnSpPr>
          <p:nvPr/>
        </p:nvCxnSpPr>
        <p:spPr>
          <a:xfrm>
            <a:off x="4300225" y="4588700"/>
            <a:ext cx="46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" name="Google Shape;75;p14"/>
          <p:cNvSpPr txBox="1"/>
          <p:nvPr/>
        </p:nvSpPr>
        <p:spPr>
          <a:xfrm>
            <a:off x="4766425" y="4411700"/>
            <a:ext cx="15261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該Sample所屬的TTP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76" name="Google Shape;76;p14"/>
          <p:cNvCxnSpPr>
            <a:stCxn id="62" idx="0"/>
            <a:endCxn id="77" idx="1"/>
          </p:cNvCxnSpPr>
          <p:nvPr/>
        </p:nvCxnSpPr>
        <p:spPr>
          <a:xfrm rot="-5400000">
            <a:off x="5508150" y="-278725"/>
            <a:ext cx="395700" cy="219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4"/>
          <p:cNvSpPr txBox="1"/>
          <p:nvPr/>
        </p:nvSpPr>
        <p:spPr>
          <a:xfrm>
            <a:off x="6804450" y="445025"/>
            <a:ext cx="16680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以下內容為一個sample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85" name="Google Shape;85;p15" title="Machine_TTP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5291"/>
            <a:ext cx="9144003" cy="4772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跨機器的TTP</a:t>
            </a:r>
            <a:endParaRPr/>
          </a:p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92" name="Google Shape;92;p16"/>
          <p:cNvGraphicFramePr/>
          <p:nvPr/>
        </p:nvGraphicFramePr>
        <p:xfrm>
          <a:off x="311700" y="1491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{DF43172D-BDC6-42B1-AABB-F0B2A891FA59}</a:tableStyleId>
              </a:tblPr>
              <a:tblGrid>
                <a:gridCol w="935350"/>
                <a:gridCol w="2880175"/>
                <a:gridCol w="660200"/>
              </a:tblGrid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 編號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描述 (參考)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出現次數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T1033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System Owner/User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T1021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Remote Services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T1572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Protocol Tunneling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T1082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System Information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T1049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System Network Connections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T1046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Network Service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T1110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Brute Force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T1083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File and Directory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" name="Google Shape;93;p16"/>
          <p:cNvGraphicFramePr/>
          <p:nvPr/>
        </p:nvGraphicFramePr>
        <p:xfrm>
          <a:off x="5136875" y="202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{DF43172D-BDC6-42B1-AABB-F0B2A891FA59}</a:tableStyleId>
              </a:tblPr>
              <a:tblGrid>
                <a:gridCol w="655750"/>
                <a:gridCol w="2172050"/>
                <a:gridCol w="616050"/>
              </a:tblGrid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T1057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Process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T1592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Gather Victim Host Information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T1018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Remote System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T1595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Active Scanning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T1587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Develop Capabilities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T1003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OS Credential Dumping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T1556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Modify Authentication Process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1" name="Google Shape;101;p17" title="TTP_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5291"/>
            <a:ext cx="9144003" cy="4772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7" name="Google Shape;107;p18" title="sample_typ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492"/>
            <a:ext cx="9144000" cy="4506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Statistic of TTPs - 66TTPs</a:t>
            </a:r>
            <a:endParaRPr/>
          </a:p>
        </p:txBody>
      </p:sp>
      <p:grpSp>
        <p:nvGrpSpPr>
          <p:cNvPr id="114" name="Google Shape;114;p19"/>
          <p:cNvGrpSpPr/>
          <p:nvPr/>
        </p:nvGrpSpPr>
        <p:grpSpPr>
          <a:xfrm>
            <a:off x="564025" y="990266"/>
            <a:ext cx="8024953" cy="3490524"/>
            <a:chOff x="564025" y="1115412"/>
            <a:chExt cx="8024953" cy="3490524"/>
          </a:xfrm>
        </p:grpSpPr>
        <p:pic>
          <p:nvPicPr>
            <p:cNvPr id="115" name="Google Shape;115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4025" y="1115412"/>
              <a:ext cx="3581926" cy="3490524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16" name="Google Shape;116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80978" y="1183162"/>
              <a:ext cx="2608000" cy="3355025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117" name="Google Shape;117;p19"/>
            <p:cNvCxnSpPr>
              <a:stCxn id="115" idx="3"/>
              <a:endCxn id="116" idx="1"/>
            </p:cNvCxnSpPr>
            <p:nvPr/>
          </p:nvCxnSpPr>
          <p:spPr>
            <a:xfrm>
              <a:off x="4145951" y="2860674"/>
              <a:ext cx="1835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8" name="Google Shape;118;p19"/>
            <p:cNvSpPr txBox="1"/>
            <p:nvPr/>
          </p:nvSpPr>
          <p:spPr>
            <a:xfrm>
              <a:off x="4242063" y="2349900"/>
              <a:ext cx="1642800" cy="44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1"/>
                  </a:solidFill>
                </a:rPr>
                <a:t>Linked events</a:t>
              </a:r>
              <a:endParaRPr sz="1800">
                <a:solidFill>
                  <a:schemeClr val="dk1"/>
                </a:solidFill>
              </a:endParaRPr>
            </a:p>
          </p:txBody>
        </p:sp>
      </p:grpSp>
      <p:sp>
        <p:nvSpPr>
          <p:cNvPr id="119" name="Google Shape;119;p19"/>
          <p:cNvSpPr txBox="1"/>
          <p:nvPr/>
        </p:nvSpPr>
        <p:spPr>
          <a:xfrm>
            <a:off x="5772460" y="4477137"/>
            <a:ext cx="30000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Total benign events: 32,365,532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Total malicious events: 62,609,868</a:t>
            </a:r>
            <a:endParaRPr/>
          </a:p>
        </p:txBody>
      </p:sp>
      <p:sp>
        <p:nvSpPr>
          <p:cNvPr id="120" name="Google Shape;120;p19"/>
          <p:cNvSpPr txBox="1"/>
          <p:nvPr/>
        </p:nvSpPr>
        <p:spPr>
          <a:xfrm>
            <a:off x="842860" y="4527912"/>
            <a:ext cx="30000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Total benign processes: 404,637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Total malicious processes: </a:t>
            </a:r>
            <a:r>
              <a:rPr lang="zh-TW">
                <a:solidFill>
                  <a:schemeClr val="dk1"/>
                </a:solidFill>
              </a:rPr>
              <a:t>9,243</a:t>
            </a:r>
            <a:endParaRPr b="1"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Example list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single: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T1074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T1102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T1006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T1526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T1120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mutiple &amp;no gap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T1485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T1611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T1210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T1133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T1213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"type=PATH msg=audit(1715977342.877:136935): item=0 name=\"/var/www/welcome\" inode=131219 dev=08:01 mode=040755 ouid=0 ogid=0 rdev=00:00 nametype=PARENT cap_fp=0 cap_fi=0 cap_fe=0 cap_fver=0 cap_frootid=0\u001dOUID=\"root\" OGID=\"root\"",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"type=PATH msg=audit(1715977342.877:136935): item=1 name=\"/etc/shadow\" nametype=UNKNOWN cap_fp=0 cap_fi=0 cap_fe=0 cap_fver=0 cap_frootid=0",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"type=SYSCALL msg=audit(1715977342.877:136935): arch=c000003e syscall=266 success=no exit=-13 a0=7fffa3df273c a1=ffffff9c a2=7fffa3df1cc0 a3=7fffa3dfa080 items=3 ppid=46114 pid=46352 auid=1001 uid=1001 gid=1001 euid=1001 suid=1001 fsuid=1001 egid=1001 sgid=1001 fsgid=1001 tty=pts2 ses=58 comm=\"ln\" exe=\"/usr/bin/ln\" subj=unconfined key=\"file_creation\"\u001dARCH=x86_64 SYSCALL=symlinkat AUID=\"tbenedict\" UID=\"tbenedict\" GID=\"tbenedict\" EUID=\"tbenedict\" SUID=\"tbenedict\" FSUID=\"tbenedict\" EGID=\"tbenedict\" SGID=\"tbenedict\" FSGID=\"tbenedict\"",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"type=PROCTITLE msg=audit(1715977342.877:136935): proctitle=6C6E002D73666E002F6574632F736861646F7700736E617073686F742E6A7067",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"type=PATH msg=audit(1715977342.877:136935): item=2 name=\"CuHNQpxq\" nametype=CREATE cap_fp=0 cap_fi=0 cap_fe=0 cap_fver=0 cap_frootid=0"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T1074: Data Staged - 1 event</a:t>
            </a:r>
            <a:endParaRPr/>
          </a:p>
        </p:txBody>
      </p:sp>
      <p:sp>
        <p:nvSpPr>
          <p:cNvPr id="134" name="Google Shape;13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5" name="Google Shape;135;p21"/>
          <p:cNvSpPr/>
          <p:nvPr/>
        </p:nvSpPr>
        <p:spPr>
          <a:xfrm>
            <a:off x="391680" y="3669950"/>
            <a:ext cx="59061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6649275" y="3594800"/>
            <a:ext cx="22050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ln -sfn /etc/shadow snapshot.jpg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137" name="Google Shape;137;p21"/>
          <p:cNvCxnSpPr>
            <a:stCxn id="135" idx="3"/>
            <a:endCxn id="136" idx="1"/>
          </p:cNvCxnSpPr>
          <p:nvPr/>
        </p:nvCxnSpPr>
        <p:spPr>
          <a:xfrm>
            <a:off x="6297780" y="3771800"/>
            <a:ext cx="35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21"/>
          <p:cNvSpPr txBox="1"/>
          <p:nvPr/>
        </p:nvSpPr>
        <p:spPr>
          <a:xfrm>
            <a:off x="5375350" y="199475"/>
            <a:ext cx="35976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指令在 /var/www/welcome 目錄下執行的。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通常是 Web Server 的公開目錄。</a:t>
            </a:r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4572001" y="1229025"/>
            <a:ext cx="18294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" name="Google Shape;140;p21"/>
          <p:cNvCxnSpPr>
            <a:stCxn id="139" idx="0"/>
          </p:cNvCxnSpPr>
          <p:nvPr/>
        </p:nvCxnSpPr>
        <p:spPr>
          <a:xfrm flipH="1" rot="10800000">
            <a:off x="5486701" y="822525"/>
            <a:ext cx="418500" cy="40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21"/>
          <p:cNvSpPr/>
          <p:nvPr/>
        </p:nvSpPr>
        <p:spPr>
          <a:xfrm>
            <a:off x="6201810" y="2438870"/>
            <a:ext cx="7764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 txBox="1"/>
          <p:nvPr/>
        </p:nvSpPr>
        <p:spPr>
          <a:xfrm>
            <a:off x="7054865" y="2153275"/>
            <a:ext cx="802200" cy="28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本次攻擊失敗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143" name="Google Shape;143;p21"/>
          <p:cNvCxnSpPr>
            <a:stCxn id="141" idx="0"/>
            <a:endCxn id="142" idx="1"/>
          </p:cNvCxnSpPr>
          <p:nvPr/>
        </p:nvCxnSpPr>
        <p:spPr>
          <a:xfrm rot="-5400000">
            <a:off x="6751110" y="2134970"/>
            <a:ext cx="142800" cy="465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T1102: Web Service - 1 event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"type=SYSCALL msg=audit(1715996060.045:270756): arch=c000003e syscall=41 success=yes exit=20 a0=a a1=80801 a2=0 a3=7 items=0 ppid=92158 pid=92159 auid=4294967295 uid=0 gid=0 euid=0 suid=0 fsuid=0 egid=0 sgid=0 fsgid=0 tty=pts0 ses=4294967295 comm=\"node\" exe=\"/usr/local/bin/node\" subj=docker-default key=\"network_socket_created\"\u001dARCH=x86_64 SYSCALL=socket AUID=\"unset\" UID=\"root\" GID=\"root\" EUID=\"root\" SUID=\"root\" FSUID=\"root\" EGID=\"root\" SGID=\"root\" FSGID=\"root\"",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"type=PROCTITLE msg=audit(1715996060.045:270756): proctitle=6E6F6465002E2F62696E2F777777"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5752750" y="4049025"/>
            <a:ext cx="15219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node ./bin/www</a:t>
            </a: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341225" y="3723200"/>
            <a:ext cx="4825500" cy="236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" name="Google Shape;153;p22"/>
          <p:cNvCxnSpPr>
            <a:stCxn id="152" idx="2"/>
            <a:endCxn id="151" idx="1"/>
          </p:cNvCxnSpPr>
          <p:nvPr/>
        </p:nvCxnSpPr>
        <p:spPr>
          <a:xfrm flipH="1" rot="-5400000">
            <a:off x="4108775" y="2605100"/>
            <a:ext cx="289200" cy="2998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p22"/>
          <p:cNvSpPr/>
          <p:nvPr/>
        </p:nvSpPr>
        <p:spPr>
          <a:xfrm>
            <a:off x="2449150" y="2415025"/>
            <a:ext cx="3303600" cy="236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5537100" y="275550"/>
            <a:ext cx="3214800" cy="831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攻擊者</a:t>
            </a:r>
            <a:r>
              <a:rPr lang="zh-TW"/>
              <a:t>在受害者的 Docker 容器內，</a:t>
            </a:r>
            <a:r>
              <a:rPr lang="zh-TW"/>
              <a:t>用root的身分</a:t>
            </a:r>
            <a:r>
              <a:rPr lang="zh-TW"/>
              <a:t>利用 Node.js 啟動了一個 Web Server</a:t>
            </a:r>
            <a:endParaRPr/>
          </a:p>
        </p:txBody>
      </p:sp>
      <p:sp>
        <p:nvSpPr>
          <p:cNvPr id="156" name="Google Shape;156;p22"/>
          <p:cNvSpPr/>
          <p:nvPr/>
        </p:nvSpPr>
        <p:spPr>
          <a:xfrm>
            <a:off x="341225" y="2415025"/>
            <a:ext cx="2064900" cy="236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2"/>
          <p:cNvSpPr/>
          <p:nvPr/>
        </p:nvSpPr>
        <p:spPr>
          <a:xfrm>
            <a:off x="3841575" y="2713000"/>
            <a:ext cx="1287300" cy="236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T1006: Direct Volume Access - 1 event</a:t>
            </a:r>
            <a:endParaRPr/>
          </a:p>
        </p:txBody>
      </p:sp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"type=PATH msg=audit(1715981033.125:128161): item=0 name=\"/dev/sda14\" inode=195 dev=00:05 mode=060660 ouid=0 ogid=6 rdev=08:0e nametype=NORMAL cap_fp=0 cap_fi=0 cap_fe=0 cap_fver=0 cap_frootid=0\u001dOUID=\"root\" OGID=\"disk\"",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"type=PROCTITLE msg=audit(1715981033.125:128161): proctitle=636174002F6465762F7364613134",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"type=SYSCALL msg=audit(1715981033.125:128161): arch=c000003e syscall=257 success=no exit=-13 a0=ffffff9c a1=7ffd34e5374e a2=0 a3=0 items=1 ppid=16497 pid=28316 auid=1005 uid=1005 gid=1005 euid=1005 suid=1005 fsuid=1005 egid=1005 sgid=1005 fsgid=1005 tty=pts1 ses=21 comm=\"cat\" exe=\"/usr/bin/cat\" subj=unconfined key=\"file_access\"\u001dARCH=x86_64 SYSCALL=openat AUID=\"tbenedict\" UID=\"tbenedict\" GID=\"tbenedict\" EUID=\"tbenedict\" SUID=\"tbenedict\" FSUID=\"tbenedict\" EGID=\"tbenedict\" SGID=\"tbenedict\" FSGID=\"tbenedict\""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" name="Google Shape;16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5" name="Google Shape;165;p23"/>
          <p:cNvSpPr/>
          <p:nvPr/>
        </p:nvSpPr>
        <p:spPr>
          <a:xfrm>
            <a:off x="311700" y="2294450"/>
            <a:ext cx="3760500" cy="236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3"/>
          <p:cNvSpPr txBox="1"/>
          <p:nvPr/>
        </p:nvSpPr>
        <p:spPr>
          <a:xfrm>
            <a:off x="6750300" y="2212700"/>
            <a:ext cx="15219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cat /dev/sda14</a:t>
            </a:r>
            <a:endParaRPr/>
          </a:p>
        </p:txBody>
      </p:sp>
      <p:cxnSp>
        <p:nvCxnSpPr>
          <p:cNvPr id="167" name="Google Shape;167;p23"/>
          <p:cNvCxnSpPr>
            <a:stCxn id="165" idx="3"/>
            <a:endCxn id="166" idx="1"/>
          </p:cNvCxnSpPr>
          <p:nvPr/>
        </p:nvCxnSpPr>
        <p:spPr>
          <a:xfrm>
            <a:off x="4072200" y="2412800"/>
            <a:ext cx="267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" name="Google Shape;168;p23"/>
          <p:cNvSpPr/>
          <p:nvPr/>
        </p:nvSpPr>
        <p:spPr>
          <a:xfrm>
            <a:off x="7582025" y="2662508"/>
            <a:ext cx="1042200" cy="236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3"/>
          <p:cNvSpPr txBox="1"/>
          <p:nvPr/>
        </p:nvSpPr>
        <p:spPr>
          <a:xfrm>
            <a:off x="7889350" y="4168675"/>
            <a:ext cx="9429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執行失敗</a:t>
            </a:r>
            <a:endParaRPr/>
          </a:p>
        </p:txBody>
      </p:sp>
      <p:cxnSp>
        <p:nvCxnSpPr>
          <p:cNvPr id="170" name="Google Shape;170;p23"/>
          <p:cNvCxnSpPr>
            <a:stCxn id="168" idx="3"/>
          </p:cNvCxnSpPr>
          <p:nvPr/>
        </p:nvCxnSpPr>
        <p:spPr>
          <a:xfrm>
            <a:off x="8624225" y="2780858"/>
            <a:ext cx="117000" cy="1389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T1526: Cloud Service Discovery - 1 event</a:t>
            </a:r>
            <a:endParaRPr/>
          </a:p>
        </p:txBody>
      </p:sp>
      <p:sp>
        <p:nvSpPr>
          <p:cNvPr id="176" name="Google Shape;17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"type=SYSCALL msg=audit(1715980805.087:66829): arch=c000003e syscall=59 success=yes exit=0 a0=5585c78a9070 a1=5585c7839fd0 a2=5585c7848bc0 a3=e309313a391b31ff items=3 ppid=34759 pid=34764 auid=1001 uid=1001 gid=1001 euid=1001 suid=1001 fsuid=1001 egid=1001 sgid=1001 fsgid=1001 tty=pts1 ses=54 comm=\"curl\" exe=\"/usr/bin/curl\" subj=unconfined key=\"susp_activity\"\u001dARCH=x86_64 SYSCALL=execve AUID=\"tbenedict\" UID=\"tbenedict\" GID=\"tbenedict\" EUID=\"tbenedict\" SUID=\"tbenedict\" FSUID=\"tbenedict\" EGID=\"tbenedict\" SGID=\"tbenedict\" FSGID=\"tbenedict\"",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"type=PATH msg=audit(1715980805.087:66829): item=1 name=\"/usr/bin/curl\" inode=16470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"type=PATH msg=audit(1715980805.087:66829): item=0 name=\"/usr/bin/curl\" inode=16470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"type=PROCTITLE msg=audit(1715980805.087:66829): proctitle=6375726C00687474703A2F2F6D657461646174612E676F6F676C652E696E7465726E616C2F636F6D707574654D657461646174612F76312F3F7265637572736976653D7472756526616C743D74657874002D48",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"type=EXECVE msg=audit(1715980805.087:66829): argc=3 a0=\"curl\" a1=\"http://metadata.google.internal/computeMetadata/v1/?recursive=true&amp;alt=text\" a2=\"-H\"",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"type=PATH msg=audit(1715980805.087:66829): item=2 name=\"/lib64/ld-linux-x86-64.so.2\" inode=2060 dev=08:01 mode=0100755 ouid=0 ogid=0 rdev=00:00 nametype=NORMAL cap_fp=0 cap_fi=0 cap_fe=0 cap_fver=0 cap_frootid=0\u001dOUID=\"root\" OGID=\"root\""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" name="Google Shape;17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8" name="Google Shape;178;p24"/>
          <p:cNvSpPr/>
          <p:nvPr/>
        </p:nvSpPr>
        <p:spPr>
          <a:xfrm>
            <a:off x="387200" y="3135550"/>
            <a:ext cx="8386200" cy="275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24"/>
          <p:cNvCxnSpPr>
            <a:stCxn id="178" idx="2"/>
            <a:endCxn id="180" idx="1"/>
          </p:cNvCxnSpPr>
          <p:nvPr/>
        </p:nvCxnSpPr>
        <p:spPr>
          <a:xfrm flipH="1" rot="-5400000">
            <a:off x="4609250" y="3381700"/>
            <a:ext cx="323400" cy="381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" name="Google Shape;180;p24"/>
          <p:cNvSpPr txBox="1"/>
          <p:nvPr/>
        </p:nvSpPr>
        <p:spPr>
          <a:xfrm>
            <a:off x="4961725" y="3410650"/>
            <a:ext cx="3946500" cy="646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curl http://metadata.google.internal/computeMetadata/v1/?recursive=true&amp;alt=text" -H "Metadata-Flavor: Google"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T1120: Peripheral Device Discovery - 1 event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00000"/>
                </a:solidFill>
              </a:rPr>
              <a:t>           "type=SYSCALL msg=audit(1715995596.470:42460): arch=c000003e syscall=257 success=no exit=-13 a0=ffffff9c a1=55f7f5d717f0 a2=241 a3=1b6 items=2 ppid=25550 pid=25668 auid=1001 uid=1001 gid=1001 euid=1001 suid=1001 fsuid=1001 egid=1001 sgid=1001 fsgid=1001 tty=pts1 ses=60 comm=\"nano\" exe=\"/usr/bin/nano\" subj=unconfined key=\"file_access\"\u001dARCH=x86_64 SYSCALL=openat AUID=\"tbenedict\" UID=\"tbenedict\" GID=\"tbenedict\" EUID=\"tbenedict\" SUID=\"tbenedict\" FSUID=\"tbenedict\" EGID=\"tbenedict\" SGID=\"tbenedict\" FSGID=\"tbenedict\"",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00000"/>
                </a:solidFill>
              </a:rPr>
              <a:t>            "type=PATH msg=audit(1715995596.470:42460): item=0 name=\"/usr/lib/x86_64-linux-gnu/e2fsprogs/\" inode=1675 dev=08:01 mode=040755 ouid=0 ogid=0 rdev=00:00 nametype=PARENT cap_fp=0 cap_fi=0 cap_fe=0 cap_fver=0 cap_frootid=0\u001dOUID=\"root\" OGID=\"root\"",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00000"/>
                </a:solidFill>
              </a:rPr>
              <a:t>            "type=PATH msg=audit(1715995596.470:42460): item=1 name=\"/usr/lib/x86_64-linux-gnu/e2fsprogs/e2scrub_all_cron\" inode=1402 dev=08:01 mode=0100755 ouid=0 ogid=0 rdev=00:00 nametype=NORMAL cap_fp=0 cap_fi=0 cap_fe=0 cap_fver=0 cap_frootid=0\u001dOUID=\"root\" OGID=\"root\"",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00000"/>
                </a:solidFill>
              </a:rPr>
              <a:t>            "type=PROCTITLE msg=audit(1715995596.470:42460): proctitle=6E616E6F002F7573722F6C69622F7838365F36342D6C696E75782D676E752F6532667370726F67732F653273637275625F616C6C5F63726F6E"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7" name="Google Shape;18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T1133: External Remote Services - 2 events</a:t>
            </a:r>
            <a:endParaRPr/>
          </a:p>
        </p:txBody>
      </p:sp>
      <p:sp>
        <p:nvSpPr>
          <p:cNvPr id="193" name="Google Shape;19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rgbClr val="F9CB9C"/>
                </a:highlight>
              </a:rPr>
              <a:t>           "type=SYSCALL msg=audit(1715987548.224:41505): arch=c000003e syscall=59 success=yes exit=0 a0=563230f290a0 a1=563230e3c180 a2=563230f1dc00 a3=c633542509c49b85 items=3 ppid=12533 pid=12943 auid=1001 uid=1001 gid=1001 euid=1001 suid=1001 fsuid=1001 egid=1001 sgid=1001 fsgid=1001 tty=pts0 ses=70 comm=\"curl\" exe=\"/usr/bin/curl\" subj=unconfined key=\"susp_activity\"\u001dARCH=x86_64 SYSCALL=execve AUID=\"tbenedict\" UID=\"tbenedict\" GID=\"tbenedict\" EUID=\"tbenedict\" SUID=\"tbenedict\" FSUID=\"tbenedict\" EGID=\"tbenedict\" SGID=\"tbenedict\" FSGID=\"tbenedict\"",</a:t>
            </a:r>
            <a:endParaRPr>
              <a:solidFill>
                <a:schemeClr val="dk1"/>
              </a:solidFill>
              <a:highlight>
                <a:srgbClr val="F9CB9C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rgbClr val="F9CB9C"/>
                </a:highlight>
              </a:rPr>
              <a:t>            "type=EXECVE msg=audit(1715987548.224:41505): argc=2 a0=\"curl\" a1=\"172.105.77.209\"",</a:t>
            </a:r>
            <a:endParaRPr>
              <a:solidFill>
                <a:schemeClr val="dk1"/>
              </a:solidFill>
              <a:highlight>
                <a:srgbClr val="F9CB9C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rgbClr val="F9CB9C"/>
                </a:highlight>
              </a:rPr>
              <a:t>            "type=PATH msg=audit(1715987548.224:41505): item=0 name=\"/usr/bin/curl\" inode=16470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  <a:highlight>
                <a:srgbClr val="F9CB9C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rgbClr val="F9CB9C"/>
                </a:highlight>
              </a:rPr>
              <a:t>            "type=PATH msg=audit(1715987548.224:41505): item=1 name=\"/usr/bin/curl\" inode=16470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  <a:highlight>
                <a:srgbClr val="F9CB9C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rgbClr val="F9CB9C"/>
                </a:highlight>
              </a:rPr>
              <a:t>            "type=PATH msg=audit(1715987548.224:41505): item=2 name=\"/lib64/ld-linux-x86-64.so.2\" inode=2060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  <a:highlight>
                <a:srgbClr val="F9CB9C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rgbClr val="F9CB9C"/>
                </a:highlight>
              </a:rPr>
              <a:t>            "type=PROCTITLE msg=audit(1715987548.224:41505): proctitle=5B414E4F4E594D495A45445D",</a:t>
            </a:r>
            <a:endParaRPr>
              <a:solidFill>
                <a:schemeClr val="dk1"/>
              </a:solidFill>
              <a:highlight>
                <a:srgbClr val="F9CB9C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rgbClr val="FF9900"/>
                </a:highlight>
              </a:rPr>
              <a:t>            "type=SYSCALL msg=audit(1715987548.228:41506): arch=c000003e syscall=41 success=yes exit=5 a0=2 a1=1 a2=6 a3=7ffefd9b5080 items=0 ppid=12533 pid=12943 auid=1001 uid=1001 gid=1001 euid=1001 suid=1001 fsuid=1001 egid=1001 sgid=1001 fsgid=1001 tty=pts0 ses=70 comm=\"curl\" exe=\"/usr/bin/curl\" subj=unconfined key=\"network_socket_created\"\u001dARCH=x86_64 SYSCALL=socket AUID=\"tbenedict\" UID=\"tbenedict\" GID=\"tbenedict\" EUID=\"tbenedict\" SUID=\"tbenedict\" FSUID=\"tbenedict\" EGID=\"tbenedict\" SGID=\"tbenedict\" FSGID=\"tbenedict\"",</a:t>
            </a:r>
            <a:endParaRPr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rgbClr val="FF9900"/>
                </a:highlight>
              </a:rPr>
              <a:t>            "type=PROCTITLE msg=audit(1715987548.228:41506): proctitle=5B414E4F4E594D495A45445D"</a:t>
            </a:r>
            <a:endParaRPr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  <p:sp>
        <p:nvSpPr>
          <p:cNvPr id="194" name="Google Shape;19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5" name="Google Shape;195;p26"/>
          <p:cNvSpPr/>
          <p:nvPr/>
        </p:nvSpPr>
        <p:spPr>
          <a:xfrm>
            <a:off x="369125" y="1200350"/>
            <a:ext cx="8345400" cy="2329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6"/>
          <p:cNvSpPr/>
          <p:nvPr/>
        </p:nvSpPr>
        <p:spPr>
          <a:xfrm>
            <a:off x="369125" y="3622075"/>
            <a:ext cx="8345400" cy="854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idx="1" type="body"/>
          </p:nvPr>
        </p:nvSpPr>
        <p:spPr>
          <a:xfrm>
            <a:off x="311700" y="1152475"/>
            <a:ext cx="8520600" cy="3623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rgbClr val="FFFF00"/>
                </a:highlight>
              </a:rPr>
              <a:t>           "type=SYSCALL msg=audit(1715988488.700:204748): arch=c000003e syscall=59 success=yes exit=0 a0=5563abf62aa0 a1=5563abf60a30 a2=5563abf58260 a3=50e2ef9d6ff67ee0 items=3 ppid=27674 pid=39196 auid=1005 uid=1005 gid=1005 euid=1005 suid=1005 fsuid=1005 egid=1005 sgid=1005 fsgid=1005 tty=pts1 ses=20 comm=\"docker\" exe=\"/usr/bin/docker\" subj=unconfined key=\"docker\"\u001dARCH=x86_64 SYSCALL=execve AUID=\"tbenedict\" UID=\"tbenedict\" GID=\"tbenedict\" EUID=\"tbenedict\" SUID=\"tbenedict\" FSUID=\"tbenedict\" EGID=\"tbenedict\" SGID=\"tbenedict\" FSGID=\"tbenedict\"",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rgbClr val="FFFF00"/>
                </a:highlight>
              </a:rPr>
              <a:t>            "type=EXECVE msg=audit(1715988488.700:204748): argc=9 a0=\"docker\" a1=\"run\" a2=\"-it\" a3=\"-v\" a4=\"/:/host/\" a5=\"ubuntu:18.04\" a6=\"chroot\" a7=\"/host/\" a8=\"bash\"",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rgbClr val="FFFF00"/>
                </a:highlight>
              </a:rPr>
              <a:t>            "type=PATH msg=audit(1715988488.700:204748): item=0 name=\"/usr/bin/docker\" inode=25964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rgbClr val="FFFF00"/>
                </a:highlight>
              </a:rPr>
              <a:t>            "type=PATH msg=audit(1715988488.700:204748): item=1 name=\"/usr/bin/docker\" inode=25964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rgbClr val="FFFF00"/>
                </a:highlight>
              </a:rPr>
              <a:t>            "type=PATH msg=audit(1715988488.700:204748): item=2 name=\"/lib64/ld-linux-x86-64.so.2\" inode=2060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rgbClr val="FFFF00"/>
                </a:highlight>
              </a:rPr>
              <a:t>            "type=PROCTITLE msg=audit(1715988488.700:204748): proctitle=646F636B65720072756E002D6974002D76002F3A2F686F73742F007562756E74753A31382E3034006368726F6F74002F686F73742F0062617368",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rgbClr val="FF9900"/>
                </a:highlight>
              </a:rPr>
              <a:t>            "type=SYSCALL msg=audit(1715988488.704:204749): arch=c000003e syscall=257 success=yes exit=3 a0=ffffffffffffff9c a1=c000359060 a2=80000 a3=0 items=1 ppid=27674 pid=39196 auid=1005 uid=1005 gid=1005 euid=1005 suid=1005 fsuid=1005 egid=1005 sgid=1005 fsgid=1005 tty=pts1 ses=20 comm=\"docker\" exe=\"/usr/bin/docker\" subj=unconfined key=\"docker\"\u001dARCH=x86_64 SYSCALL=openat AUID=\"tbenedict\" UID=\"tbenedict\" GID=\"tbenedict\" EUID=\"tbenedict\" SUID=\"tbenedict\" FSUID=\"tbenedict\" EGID=\"tbenedict\" SGID=\"tbenedict\" FSGID=\"tbenedict\"",</a:t>
            </a:r>
            <a:endParaRPr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rgbClr val="FF9900"/>
                </a:highlight>
              </a:rPr>
              <a:t>            "type=PATH msg=audit(1715988488.704:204749): item=0 name=\"/usr/bin/docker\" inode=25964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rgbClr val="FF9900"/>
                </a:highlight>
              </a:rPr>
              <a:t>            "type=PROCTITLE msg=audit(1715988488.704:204749): proctitle=646F636B65720072756E002D6974002D76002F3A2F686F73742F007562756E74753A31382E3034006368726F6F74002F686F73742F0062617368</a:t>
            </a:r>
            <a:r>
              <a:rPr lang="zh-TW">
                <a:solidFill>
                  <a:schemeClr val="dk1"/>
                </a:solidFill>
                <a:highlight>
                  <a:srgbClr val="FF9900"/>
                </a:highlight>
              </a:rPr>
              <a:t>"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2" name="Google Shape;202;p27"/>
          <p:cNvSpPr/>
          <p:nvPr/>
        </p:nvSpPr>
        <p:spPr>
          <a:xfrm>
            <a:off x="362400" y="3480025"/>
            <a:ext cx="8352000" cy="113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7"/>
          <p:cNvSpPr/>
          <p:nvPr/>
        </p:nvSpPr>
        <p:spPr>
          <a:xfrm>
            <a:off x="369125" y="1181000"/>
            <a:ext cx="8345400" cy="2192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7"/>
          <p:cNvSpPr/>
          <p:nvPr/>
        </p:nvSpPr>
        <p:spPr>
          <a:xfrm>
            <a:off x="670450" y="1766675"/>
            <a:ext cx="7335600" cy="189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T1611: Escape to Host</a:t>
            </a:r>
            <a:endParaRPr/>
          </a:p>
        </p:txBody>
      </p:sp>
      <p:sp>
        <p:nvSpPr>
          <p:cNvPr id="206" name="Google Shape;20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7" name="Google Shape;207;p27"/>
          <p:cNvSpPr txBox="1"/>
          <p:nvPr/>
        </p:nvSpPr>
        <p:spPr>
          <a:xfrm>
            <a:off x="3753250" y="553275"/>
            <a:ext cx="47490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docker run -it -v /:/host/ ubuntu:18.04 chroot /host/ bash</a:t>
            </a:r>
            <a:endParaRPr/>
          </a:p>
        </p:txBody>
      </p:sp>
      <p:sp>
        <p:nvSpPr>
          <p:cNvPr id="208" name="Google Shape;208;p27"/>
          <p:cNvSpPr/>
          <p:nvPr/>
        </p:nvSpPr>
        <p:spPr>
          <a:xfrm>
            <a:off x="763099" y="4436600"/>
            <a:ext cx="6099300" cy="131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7"/>
          <p:cNvSpPr txBox="1"/>
          <p:nvPr/>
        </p:nvSpPr>
        <p:spPr>
          <a:xfrm>
            <a:off x="7073175" y="4136600"/>
            <a:ext cx="621900" cy="33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openat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10" name="Google Shape;210;p27"/>
          <p:cNvSpPr/>
          <p:nvPr/>
        </p:nvSpPr>
        <p:spPr>
          <a:xfrm>
            <a:off x="3603195" y="3498543"/>
            <a:ext cx="504600" cy="131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1" name="Google Shape;211;p27"/>
          <p:cNvCxnSpPr>
            <a:stCxn id="210" idx="2"/>
            <a:endCxn id="209" idx="1"/>
          </p:cNvCxnSpPr>
          <p:nvPr/>
        </p:nvCxnSpPr>
        <p:spPr>
          <a:xfrm flipH="1" rot="-5400000">
            <a:off x="5126445" y="2358993"/>
            <a:ext cx="675900" cy="3217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T1213: Data from Information Repositories</a:t>
            </a:r>
            <a:endParaRPr/>
          </a:p>
        </p:txBody>
      </p:sp>
      <p:sp>
        <p:nvSpPr>
          <p:cNvPr id="217" name="Google Shape;21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"type=SYSCALL msg=audit(1715997886.587:270805): arch=c000003e syscall=41 success=yes exit=18 a0=2 a1=80802 a2=0 a3=0 items=0 ppid=100140 pid=106895 auid=4294967295 uid=0 gid=0 euid=0 suid=0 fsuid=0 egid=0 sgid=0 fsgid=0 tty=pts0 ses=4294967295 comm=\"node\" exe=\"/usr/local/bin/node\" subj=docker-default key=\"network_socket_created\"\u001dARCH=x86_64 SYSCALL=socket AUID=\"unset\" UID=\"root\" GID=\"root\" EUID=\"root\" SUID=\"root\" FSUID=\"root\" EGID=\"root\" SGID=\"root\" FSGID=\"root\"",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"type=PROCTITLE msg=audit(1715997886.587:270805): proctitle=6E6F6465002D65006C657420643D7265717569726528222E2F646222293B28646073656C656374202A2066726F6D20757365727360292E7468656E28636F6E736F6C652E6C6F6729",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"type=SYSCALL msg=audit(1715997886.587:270806): arch=c000003e syscall=42 success=yes exit=0 a0=12 a1=7fc9cefbfd8c a2=10 a3=7fc9cefbd014 items=0 ppid=100140 pid=106895 auid=4294967295 uid=0 gid=0 euid=0 suid=0 fsuid=0 egid=0 sgid=0 fsgid=0 tty=pts0 ses=4294967295 comm=\"node\" exe=\"/usr/local/bin/node\" subj=docker-default key=\"network_connect_4\"\u001dARCH=x86_64 SYSCALL=connect AUID=\"unset\" UID=\"root\" GID=\"root\" EUID=\"root\" SUID=\"root\" FSUID=\"root\" EGID=\"root\" SGID=\"root\" FSGID=\"root\"",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"type=SOCKADDR msg=audit(1715997886.587:270806): saddr=020000357F00000B0000000000000000\u001dSADDR={ saddr_fam=inet laddr=127.0.0.11 lport=53 }",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"type=PROCTITLE msg=audit(1715997886.587:270806): proctitle=6E6F6465002D65006C657420643D7265717569726528222E2F646222293B28646073656C656374202A2066726F6D20757365727360292E7468656E28636F6E736F6C652E6C6F6729",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"type=SYSCALL msg=audit(1715997886.591:270807): arch=c000003e syscall=41 success=yes exit=18 a0=2 a1=80801 a2=0 a3=b items=0 ppid=100140 pid=106895 auid=4294967295 uid=0 gid=0 euid=0 suid=0 fsuid=0 egid=0 sgid=0 fsgid=0 tty=pts0 ses=4294967295 comm=\"node\" exe=\"/usr/local/bin/node\" subj=docker-default key=\"network_socket_created\"\u001dARCH=x86_64 SYSCALL=socket AUID=\"unset\" UID=\"root\" GID=\"root\" EUID=\"root\" SUID=\"root\" FSUID=\"root\" EGID=\"root\" SGID=\"root\" FSGID=\"root\"",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"type=PROCTITLE msg=audit(1715997886.591:270807): proctitle=6E6F6465002D65006C657420643D7265717569726528222E2F646222293B28646073656C656374202A2066726F6D20757365727360292E7468656E28636F6E736F6C652E6C6F6729"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T1485: Data Destruction</a:t>
            </a:r>
            <a:endParaRPr/>
          </a:p>
        </p:txBody>
      </p:sp>
      <p:sp>
        <p:nvSpPr>
          <p:cNvPr id="224" name="Google Shape;22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T1074: Data Staged - 1 event</a:t>
            </a:r>
            <a:endParaRPr/>
          </a:p>
        </p:txBody>
      </p:sp>
      <p:sp>
        <p:nvSpPr>
          <p:cNvPr id="231" name="Google Shape;23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       "type=SYSCALL msg=audit(1715977444.031:136991): arch=c000003e syscall=264 success=yes exit=0 a0=ffffff9c a1=7ffd16e8be70 a2=ffffff9c a3=7ffd16e8c741 items=5 ppid=46114 pid=46369 auid=1001 uid=1001 gid=1001 euid=1001 suid=1001 fsuid=1001 egid=1001 sgid=1001 fsgid=1001 tty=pts2 ses=58 comm=\"ln\" exe=\"/usr/bin/ln\" subj=unconfined key=\"delete\"\u001dARCH=x86_64 SYSCALL=renameat AUID=\"tbenedict\" UID=\"tbenedict\" GID=\"tbenedict\" EUID=\"tbenedict\" SUID=\"tbenedict\" FSUID=\"tbenedict\" EGID=\"tbenedict\" SGID=\"tbenedict\" FSGID=\"tbenedict\"",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        "type=PATH msg=audit(1715977444.031:136991): item=0 name=\"/home/tbenedict\" inode=131246 dev=08:01 mode=040750 ouid=1001 ogid=1001 rdev=00:00 nametype=PARENT cap_fp=0 cap_fi=0 cap_fe=0 cap_fver=0 cap_frootid=0\u001dOUID=\"tbenedict\" OGID=\"tbenedict\"",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        "type=PATH msg=audit(1715977444.031:136991): item=1 name=\"/home/tbenedict\" inode=131246 dev=08:01 mode=040750 ouid=1001 ogid=1001 rdev=00:00 nametype=PARENT cap_fp=0 cap_fi=0 cap_fe=0 cap_fver=0 cap_frootid=0\u001dOUID=\"tbenedict\" OGID=\"tbenedict\"",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        "type=PATH msg=audit(1715977444.031:136991): item=2 name=\"CuwzhLzY\" inode=135439 dev=08:01 mode=0120777 ouid=1001 ogid=1001 rdev=00:00 nametype=DELETE cap_fp=0 cap_fi=0 cap_fe=0 cap_fver=0 cap_frootid=0\u001dOUID=\"tbenedict\" OGID=\"tbenedict\"",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        "type=PATH msg=audit(1715977444.031:136991): item=3 name=\"snapshot.jpg\" inode=135437 dev=08:01 mode=0120777 ouid=1001 ogid=1001 rdev=00:00 nametype=DELETE cap_fp=0 cap_fi=0 cap_fe=0 cap_fver=0 cap_frootid=0\u001dOUID=\"tbenedict\" OGID=\"tbenedict\"",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        "type=PATH msg=audit(1715977444.031:136991): item=4 name=\"snapshot.jpg\" inode=135439 dev=08:01 mode=0120777 ouid=1001 ogid=1001 rdev=00:00 nametype=CREATE cap_fp=0 cap_fi=0 cap_fe=0 cap_fver=0 cap_frootid=0\u001dOUID=\"tbenedict\" OGID=\"tbenedict\"",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            "type=PROCTITLE msg=audit(1715977444.031:136991): proctitle=6C6E002D73666E002F726F6F742F666C61672E74787400736E617073686F742E6A7067"</a:t>
            </a:r>
            <a:endParaRPr/>
          </a:p>
        </p:txBody>
      </p:sp>
      <p:sp>
        <p:nvSpPr>
          <p:cNvPr id="232" name="Google Shape;23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T1074: Data Staged - 1 event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       "type=PATH msg=audit(1715977898.248:138417): item=0 name=\"/home/tbenedict\" inode=131246 dev=08:01 mode=040750 ouid=1001 ogid=1001 rdev=00:00 nametype=PARENT cap_fp=0 cap_fi=0 cap_fe=0 cap_fver=0 cap_frootid=0\u001dOUID=\"tbenedict\" OGID=\"tbenedict\"",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        "type=PATH msg=audit(1715977898.248:138417): item=3 name=\"snapshot.jpg\" inode=135437 dev=08:01 mode=0120777 ouid=1001 ogid=1001 rdev=00:00 nametype=DELETE cap_fp=0 cap_fi=0 cap_fe=0 cap_fver=0 cap_frootid=0\u001dOUID=\"tbenedict\" OGID=\"tbenedict\"",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        "type=PATH msg=audit(1715977898.248:138417): item=1 name=\"/home/tbenedict\" inode=131246 dev=08:01 mode=040750 ouid=1001 ogid=1001 rdev=00:00 nametype=PARENT cap_fp=0 cap_fi=0 cap_fe=0 cap_fver=0 cap_frootid=0\u001dOUID=\"tbenedict\" OGID=\"tbenedict\"",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        "type=PATH msg=audit(1715977898.248:138417): item=4 name=\"snapshot.jpg\" inode=135439 dev=08:01 mode=0120777 ouid=1001 ogid=1001 rdev=00:00 nametype=CREATE cap_fp=0 cap_fi=0 cap_fe=0 cap_fver=0 cap_frootid=0\u001dOUID=\"tbenedict\" OGID=\"tbenedict\"",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        "type=SYSCALL msg=audit(1715977898.248:138417): arch=c000003e syscall=264 success=yes exit=0 a0=ffffff9c a1=7fff175f3770 a2=ffffff9c a3=7fff175f573c items=5 ppid=46114 pid=46482 auid=1001 uid=1001 gid=1001 euid=1001 suid=1001 fsuid=1001 egid=1001 sgid=1001 fsgid=1001 tty=pts2 ses=58 comm=\"ln\" exe=\"/usr/bin/ln\" subj=unconfined key=\"delete\"\u001dARCH=x86_64 SYSCALL=renameat AUID=\"tbenedict\" UID=\"tbenedict\" GID=\"tbenedict\" EUID=\"tbenedict\" SUID=\"tbenedict\" FSUID=\"tbenedict\" EGID=\"tbenedict\" SGID=\"tbenedict\" FSGID=\"tbenedict\"",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        "type=PATH msg=audit(1715977898.248:138417): item=2 name=\"CuSpZpbe\" inode=135439 dev=08:01 mode=0120777 ouid=1001 ogid=1001 rdev=00:00 nametype=DELETE cap_fp=0 cap_fi=0 cap_fe=0 cap_fver=0 cap_frootid=0\u001dOUID=\"tbenedict\" OGID=\"tbenedict\"",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        "type=PROCTITLE msg=audit(1715977898.248:138417): proctitle=6C6E002D73666E002F6574632F736861646F7700736E617073686F742E6A7067"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