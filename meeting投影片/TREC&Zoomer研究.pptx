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dfb0c3e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dfb0c3e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4/15流程圖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elastic 算TTP個數 準確率來比比看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cf69f25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cf69f25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cf69f256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cf69f256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cf69f256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cf69f256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TREC&amp;Zoomer研究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TREC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0700" y="802225"/>
            <a:ext cx="5562600" cy="396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ZOOMER -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337" y="1190750"/>
            <a:ext cx="7543326" cy="3339875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" name="Google Shape;70;p15"/>
          <p:cNvSpPr/>
          <p:nvPr/>
        </p:nvSpPr>
        <p:spPr>
          <a:xfrm>
            <a:off x="4439125" y="1496400"/>
            <a:ext cx="1488300" cy="937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" name="Google Shape;71;p15"/>
          <p:cNvCxnSpPr/>
          <p:nvPr/>
        </p:nvCxnSpPr>
        <p:spPr>
          <a:xfrm>
            <a:off x="4513550" y="1585700"/>
            <a:ext cx="1339500" cy="788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5"/>
          <p:cNvCxnSpPr/>
          <p:nvPr/>
        </p:nvCxnSpPr>
        <p:spPr>
          <a:xfrm flipH="1" rot="10800000">
            <a:off x="4558200" y="1615350"/>
            <a:ext cx="1294800" cy="699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Zoomer - Training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3472500" cy="38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Training:</a:t>
            </a:r>
            <a:r>
              <a:rPr lang="zh-TW">
                <a:solidFill>
                  <a:schemeClr val="dk1"/>
                </a:solidFill>
              </a:rPr>
              <a:t>C1~C5</a:t>
            </a:r>
            <a:r>
              <a:rPr lang="zh-TW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Testing:C6</a:t>
            </a:r>
            <a:r>
              <a:rPr lang="zh-TW">
                <a:solidFill>
                  <a:schemeClr val="dk1"/>
                </a:solidFill>
              </a:rPr>
              <a:t>~C7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Inferrence:C</a:t>
            </a:r>
            <a:r>
              <a:rPr lang="zh-TW">
                <a:solidFill>
                  <a:schemeClr val="dk1"/>
                </a:solidFill>
              </a:rPr>
              <a:t>8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H</a:t>
            </a:r>
            <a:r>
              <a:rPr lang="zh-TW">
                <a:solidFill>
                  <a:schemeClr val="dk1"/>
                </a:solidFill>
              </a:rPr>
              <a:t>igaisa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admin338 (backdoor)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APT28 (RDP)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FIN7 (Winword)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CobaltGroup (Winword)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Gamaredon (Winword)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Patchwork (Winword)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GorgonGroup (Winword)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 rot="-5400000">
            <a:off x="324932" y="3351604"/>
            <a:ext cx="34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~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252900" y="3092325"/>
            <a:ext cx="5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>
                <a:solidFill>
                  <a:schemeClr val="dk1"/>
                </a:solidFill>
              </a:rPr>
              <a:t>C1</a:t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252893" y="3629136"/>
            <a:ext cx="5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C8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080625" y="1152475"/>
            <a:ext cx="4957200" cy="38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Epochs ： 50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Batch Size：8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loss function：CrossEntropyLoss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7" title="C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500" y="2081025"/>
            <a:ext cx="4088627" cy="30624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" y="0"/>
            <a:ext cx="5010201" cy="2819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