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F40C05-98BF-4C13-8321-3CEAEEF65184}">
  <a:tblStyle styleId="{B8F40C05-98BF-4C13-8321-3CEAEEF651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a04ba4c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a04ba4c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a04ba4c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a04ba4c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a04ba4c3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a04ba4c3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a04ba4c3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a04ba4c3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a04ba4c3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a04ba4c3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if exec_proc in ["sshd", "ssh", "su", "sudo"]: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return "T1078", "Valid Accounts"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if exec_proc in ["whoami", "id"]: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return "T1033", "System Owner/User Discovery"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if exec_proc in ["ls", "pwd", "dir"] or "cd " in str(full_cmd):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return "T1083", "File and Directory Discovery"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if exec_proc in ["hostname", "uname"]: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return "T1082", "System Information Discovery"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if (remote_ip in [ATTACKER_IP, C2_IP]) or exec_proc == "scp":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return "T1041", "Exfiltration Over C2 Channel"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if exec_proc in ["cat", "grep", "head", "tail"] and "passwd" in str(raw_line):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return "T1005", "Data from Local System"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return "unknown", "unknown"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a04ba4c3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a04ba4c3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04ba4c3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a04ba4c3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8e57b46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a8e57b46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a8e57b46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a8e57b46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a8e57b46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a8e57b46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9e17c9b2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9e17c9b2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9e17c9b2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9e17c9b2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9e17c9b2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9e17c9b2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9e17c9b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9e17c9b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google.co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7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E5 Cadets(FreeBSD) 欄位</a:t>
            </a:r>
            <a:endParaRPr/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-10191400" y="173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1474000"/>
                <a:gridCol w="1533525"/>
                <a:gridCol w="58216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timestampNanos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1558014442...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時間戳記 (奈秒)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：事件發生的精確時間。換算約為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2019-05-16 13:47:22 UTC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names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["aue_accept"]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系統呼叫名稱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：作業系統底層執行的指令 (syscall)。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aue_accept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 FreeBSD 系統中接受連線的指令。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properties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{...}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屬性區塊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：事件的詳細參數，分析攻擊最重要的地方。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return_value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"5"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回傳值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：系統呼叫的結果。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代表新連線的 File Descriptor (FD) 編號。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address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"128.55.12.122"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來源 IP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：發起連線的遠端機器 IP (攻擊者或使用者的 IP)。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port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"37424"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來源 Port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：遠端機器使用的 Port。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host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cb02303b...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主機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：發生此事件的本機電腦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"4"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監聽 FD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：原本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用來監聽 Port 22 的 Socket 編號。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exec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"sshd"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執行程序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：執行此動作的程式名稱 (SSH Daemon)。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"1"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父程序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：Parent PID。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通常是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init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，代表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是以系統服務 (Daemon) 形式在跑。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CDMVersion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"20"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資料模型版本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：Common Data Model 的版本號 (DARPA 規定的格式版本)。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type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"RECORD_EVENT"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紀錄類型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：標示這是一條「事件紀錄」(相對於 NetFlow 或 FileFlow)。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hostId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cb02303b...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主機識別碼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：與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properties.host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相同，用來區分不同受害機器。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"SOURCE_FREEBSD..."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資料來源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：採集此 Log 的工具。這裡是 FreeBSD 系統上的 DTrace 工具。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TTP_TAG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{...}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(我們標記的) TTP 標籤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：腳本自動分析後加入的欄位。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"T1078"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MITRE ATT&amp;CK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：對應的攻擊手法編號 (Valid Accounts)。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technique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"Valid Accounts"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攻擊手法名稱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：因為是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接受連線，被視為使用合法帳號登入的行為特徵。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" name="Google Shape;57;p13"/>
          <p:cNvGraphicFramePr/>
          <p:nvPr/>
        </p:nvGraphicFramePr>
        <p:xfrm>
          <a:off x="157400" y="97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1474000"/>
                <a:gridCol w="1533525"/>
                <a:gridCol w="58216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 (Key)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範例數值 (Value)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意義與說明 (Description)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9beed...a465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唯一識別碼 (Event ID)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：這筆事件的全球唯一 ID，用來在資料庫中索引。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sequence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350866181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序列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：事件發生的順序編號，可用來重建時間軸 (Timeline)。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EVENT_ACCEPT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事件類型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：表示發生的動作。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EVENT_ACCEPT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代表伺服器「接受」了一個傳入的網路連線 (通常是 Socket accept)。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threadId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100106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執行緒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：處理此事件的具體 Thread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subject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d3c8c194...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Subject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：執行動作的「人」或「程序」。這裡是執行 accept 的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程序。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predicateObject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d3c90699...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Primary Object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：被操作的對象。這裡是原本在監聽 (Listen) 的 Socket。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predicateObject2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2180fec0...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Secondary Object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：動作產生出的新物件。這裡是連線建立後新產生的 Socket。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7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E5 Cadets(FreeBSD) 欄位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-9522075" y="97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1474000"/>
                <a:gridCol w="1533525"/>
                <a:gridCol w="58216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  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"1"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父程序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：Parent PID。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通常是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init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，代表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是以系統服務 (Daemon) 形式在跑。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CDMVersion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"20"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資料模型版本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：Common Data Model 的版本號 (DARPA 規定的格式版本)。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type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"RECORD_EVENT"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紀錄類型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：標示這是一條「事件紀錄」(相對於 NetFlow 或 FileFlow)。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hostId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cb02303b...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主機識別碼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：與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properties.host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相同，用來區分不同受害機器。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"SOURCE_FREEBSD..."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資料來源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：採集此 Log 的工具。這裡是 FreeBSD 系統上的 DTrace 工具。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TTP_TAG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{...}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(我們標記的) TTP 標籤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：腳本自動分析後加入的欄位。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"T1078"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MITRE ATT&amp;CK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：對應的攻擊手法編號 (Valid Accounts)。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└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technique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"Valid Accounts"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攻擊手法名稱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：因為是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接受連線，被視為使用合法帳號登入的行為特徵。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Google Shape;65;p14"/>
          <p:cNvGraphicFramePr/>
          <p:nvPr/>
        </p:nvGraphicFramePr>
        <p:xfrm>
          <a:off x="157400" y="97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1474000"/>
                <a:gridCol w="1533525"/>
                <a:gridCol w="58216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 (Key)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範例數值 (Value)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意義與說明 (Description)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timestampNanos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1558014442...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時間戳記 (奈秒)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：事件發生的精確時間。換算約為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2019-05-16 13:47:22 UTC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names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["aue_accept"]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系統呼叫名稱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：作業系統底層執行的指令 (syscall)。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aue_accept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 FreeBSD 系統中接受連線的指令。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properties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{...}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屬性區塊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：事件的詳細參數，分析攻擊最重要的地方。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return_value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"5"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回傳值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：系統呼叫的結果。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代表新連線的 File Descriptor (FD) 編號。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address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"128.55.12.122"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來源 IP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：發起連線的遠端機器 IP (攻擊者或使用者的 IP)。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port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"37424"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來源 Port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：遠端機器使用的 Port。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host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cb02303b...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主機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：發生此事件的本機電腦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7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E5 Cadets(FreeBSD) 欄位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157413" y="136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1474000"/>
                <a:gridCol w="1533525"/>
                <a:gridCol w="58216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 (Key)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範例數值 (Value)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意義與說明 (Description)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"1"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父程序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：Parent PID。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通常是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init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，代表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是以系統服務 (Daemon) 形式在跑。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CDMVersion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"20"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資料模型版本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：Common Data Model 的版本號 (DARPA 規定的格式版本)。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type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"RECORD_EVENT"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紀錄類型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：標示這是一條「事件紀錄」(相對於 NetFlow 或 FileFlow)。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hostId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cb02303b...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主機識別碼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：與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properties.host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相同，用來區分不同受害機器。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"SOURCE_FREEBSD..."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資料來源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：採集此 Log 的工具。這裡是 FreeBSD 系統上的 DTrace 工具。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TTP 類型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35100"/>
            <a:ext cx="329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x軸代表此TTP的sample 中 single event的含量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y軸代表此TTP的sample 中 event的時間跨度大小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493550" y="4261350"/>
            <a:ext cx="5154600" cy="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綠色代表此TTP大多都是single event 且時間跨度極小 (除了T1033)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橘色代表此TTP大多都不是single event 且時間跨度較小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紅色代表此TTP大多都不是single event 且時間跨度較大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81" name="Google Shape;81;p16" title="TTP_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5600" y="1126402"/>
            <a:ext cx="4707500" cy="302626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E5 Cadets(FreeBSD) - scenario1&amp;2 - TTP 類型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35100"/>
            <a:ext cx="3351900" cy="29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>
                <a:solidFill>
                  <a:srgbClr val="FF0000"/>
                </a:solidFill>
              </a:rPr>
              <a:t>T1078:Valid Accounts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T1033:System Owner/User Discovery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T1083:File and Directory Discovery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T1082:System Information Discovery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>
                <a:solidFill>
                  <a:srgbClr val="FF0000"/>
                </a:solidFill>
              </a:rPr>
              <a:t>T1041:Exfiltration Over C2 Channel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T1005:Data from Local System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493550" y="4261350"/>
            <a:ext cx="5154600" cy="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綠色代表此TTP大多都是single event 且時間跨度極小 (除了T1033)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橘色代表此TTP大多都不是single event 且時間跨度較小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紅色代表此TTP大多都不是single event 且時間跨度較大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90" name="Google Shape;90;p17" title="Cadets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600" y="1170125"/>
            <a:ext cx="4571504" cy="29388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1" name="Google Shape;91;p17"/>
          <p:cNvGraphicFramePr/>
          <p:nvPr/>
        </p:nvGraphicFramePr>
        <p:xfrm>
          <a:off x="-3516025" y="-150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800100"/>
                <a:gridCol w="19716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 編號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英文全名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E5 Cadets(FreeBSD) - scenario1 - TTP 類型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35100"/>
            <a:ext cx="329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493550" y="4261350"/>
            <a:ext cx="5154600" cy="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綠色代表此TTP大多都是single event 且時間跨度極小 (除了T1033)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橘色代表此TTP大多都不是single event 且時間跨度較小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紅色代表此TTP大多都不是single event 且時間跨度較大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00" name="Google Shape;100;p18" title="Cadets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600" y="1170125"/>
            <a:ext cx="4571504" cy="29388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E5 Cadets(FreeBSD) - scenario2 - TTP 類型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35100"/>
            <a:ext cx="329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493550" y="4261350"/>
            <a:ext cx="5154600" cy="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綠色代表此TTP大多都是single event 且時間跨度極小 (除了T1033)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橘色代表此TTP大多都不是single event 且時間跨度較小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紅色代表此TTP大多都不是single event 且時間跨度較大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09" name="Google Shape;109;p19" title="cadet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600" y="1170125"/>
            <a:ext cx="4571504" cy="293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type=SYSCALL的record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7" name="Google Shape;117;p20"/>
          <p:cNvGraphicFramePr/>
          <p:nvPr/>
        </p:nvGraphicFramePr>
        <p:xfrm>
          <a:off x="1244525" y="1736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742775"/>
                <a:gridCol w="1573875"/>
                <a:gridCol w="43382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syscall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系統呼叫編號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需查表。如 2=Open, 59=Exec, 42=Connect。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發起動作的行程。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Parent PID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父行程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Effective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當前有效權限 (用於判斷是否提權)。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exe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發起者的執行檔路徑。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5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Reduction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type=PATH的record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1857188" y="129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803275"/>
                <a:gridCol w="1413200"/>
                <a:gridCol w="3213150"/>
              </a:tblGrid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mode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檔案類型與權限 (Octal)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判斷是 File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Directory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004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Socket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nametype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路徑操作類型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極重要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CREATE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建立新檔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NORMAL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讀寫現有檔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DELETE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刪除檔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UID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誰擁有這個檔案。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GID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哪個群組擁有這個檔案。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5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Reduction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type=SOCKADDR 的record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35" name="Google Shape;135;p22"/>
          <p:cNvGraphicFramePr/>
          <p:nvPr/>
        </p:nvGraphicFramePr>
        <p:xfrm>
          <a:off x="1709313" y="178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{B8F40C05-98BF-4C13-8321-3CEAEEF65184}</a:tableStyleId>
              </a:tblPr>
              <a:tblGrid>
                <a:gridCol w="812700"/>
                <a:gridCol w="1850275"/>
                <a:gridCol w="3062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全名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4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saddr_fam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Socket Address Family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協定家族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。告訴你這是什麼類型的連線。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laddr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Address*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IP 位址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lport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Port*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連接埠號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同樣地，在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connect()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中，這代表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目標 Port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5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Reduction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其他type的處理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type = EXECVE -&gt; </a:t>
            </a:r>
            <a:r>
              <a:rPr lang="zh-TW">
                <a:solidFill>
                  <a:schemeClr val="dk1"/>
                </a:solidFill>
              </a:rPr>
              <a:t>不考慮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因為 type = proctitle已包含EXECVE的全部資訊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並且不是每條PATH後面都會有 </a:t>
            </a:r>
            <a:r>
              <a:rPr lang="zh-TW">
                <a:solidFill>
                  <a:schemeClr val="dk1"/>
                </a:solidFill>
              </a:rPr>
              <a:t>EXECVE，一段指令如果有批量執行的話一組PATH只會有一個EXECVE，但proctitle每個PATH都會有，對於資料處理比較方便。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用LLM查怎麼分dstnode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其他作品的log都不是用auditd錄的 所以用casino的話作法會不一樣 所以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重新定義event: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重新定義event 把一組record拆下來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假如說同一組record中 拆出來的Syscall proctitle 共用 然後每個path都可以變成dst node</a:t>
            </a:r>
            <a:endParaRPr sz="1600"/>
          </a:p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查一下 T1033 接下來是不是接brute force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-&gt; ps aux(常用的查看處理程序)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a: 顯示所有使用者的行程（不僅僅是當前 Shell 的）。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u: 以使用者為主的格式顯示（包含 CPU%、MEM% 等資訊）。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x: 顯示沒有控制終端機（TTY）的行程（通常是背景服務 Daemon）。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-&gt;ping  </a:t>
            </a:r>
            <a:r>
              <a:rPr lang="zh-TW" sz="1600" u="sng">
                <a:solidFill>
                  <a:srgbClr val="2200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www.google.com</a:t>
            </a:r>
            <a:endParaRPr sz="1600"/>
          </a:p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3" name="Google Shape;163;p26" title="provenance_graph_filte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188" y="562825"/>
            <a:ext cx="4663624" cy="45806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" name="Google Shape;164;p26"/>
          <p:cNvSpPr/>
          <p:nvPr/>
        </p:nvSpPr>
        <p:spPr>
          <a:xfrm>
            <a:off x="5657775" y="534575"/>
            <a:ext cx="1324500" cy="42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6"/>
          <p:cNvSpPr/>
          <p:nvPr/>
        </p:nvSpPr>
        <p:spPr>
          <a:xfrm>
            <a:off x="3795025" y="2450225"/>
            <a:ext cx="1324500" cy="80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26"/>
          <p:cNvCxnSpPr>
            <a:stCxn id="165" idx="0"/>
            <a:endCxn id="164" idx="1"/>
          </p:cNvCxnSpPr>
          <p:nvPr/>
        </p:nvCxnSpPr>
        <p:spPr>
          <a:xfrm flipH="1" rot="10800000">
            <a:off x="4457275" y="748925"/>
            <a:ext cx="1200600" cy="170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